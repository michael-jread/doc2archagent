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Doc2ArchAgent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FFFFF"/>
                </a:solidFill>
                <a:latin typeface="Calibri"/>
              </a:defRPr>
            </a:pPr>
            <a:r>
              <a:t>From Documentation to Architecture —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E94560"/>
                </a:solidFill>
                <a:latin typeface="Calibri"/>
              </a:defRPr>
            </a:pPr>
            <a:r>
              <a:t>AI-Powered Architecture Extraction, Validation &amp;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DDDDD"/>
                </a:solidFill>
                <a:latin typeface="Calibri"/>
              </a:defRPr>
            </a:pPr>
            <a:r>
              <a:t>[Presenter Name]  |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The Problem We All 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Architecture documentation is scattered across dozens of documents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PDFs, Word docs, Confluence pages, diagrams on whiteboards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Nobody has the complete picture of the system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When someone leaves, critical knowledge walks out the door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Manual architecture reviews take weeks, not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 i="1">
                <a:solidFill>
                  <a:srgbClr val="E94560"/>
                </a:solidFill>
                <a:latin typeface="Calibri"/>
              </a:defRPr>
            </a:pPr>
            <a:r>
              <a:t>Sound familiar?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What This Costs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91840" cy="3200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Weeks spent manually reviewing</a:t>
            </a:r>
            <a:br/>
            <a:r>
              <a:t>vendor docs and creating</a:t>
            </a:r>
            <a:br/>
            <a:r>
              <a:t>architecture diagrams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828800"/>
            <a:ext cx="3291840" cy="3200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5603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Security gaps go unnoticed</a:t>
            </a:r>
            <a:br/>
            <a:r>
              <a:t>because nobody can see</a:t>
            </a:r>
            <a:br/>
            <a:r>
              <a:t>the full picture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828800"/>
            <a:ext cx="329184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Architecture knowledge lives</a:t>
            </a:r>
            <a:br/>
            <a:r>
              <a:t>in people's heads,</a:t>
            </a:r>
            <a:br/>
            <a:r>
              <a:t>not in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Doc2ArchAgent: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  <a:latin typeface="Calibri"/>
              </a:defRPr>
            </a:pPr>
            <a:r>
              <a:t>Feed in your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  <a:latin typeface="Calibri"/>
              </a:defRPr>
            </a:pPr>
            <a:r>
              <a:t>Get back a complete, validated architecture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  <a:latin typeface="Calibri"/>
              </a:defRPr>
            </a:pPr>
            <a:r>
              <a:t>with diagrams and security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7091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15 specialized AI agents working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How It Works — 4 Simple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3460"/>
                </a:solidFill>
                <a:latin typeface="Calibri"/>
              </a:defRPr>
            </a:pPr>
            <a: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Drop in your vendor docs (PDFs, Word, images, diagrams)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3460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AI reads documents and extracts architecture entities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40480"/>
            <a:ext cx="64008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3460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Automated checks ensure nothing was hallucinated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37759"/>
            <a:ext cx="64008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19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834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3460"/>
                </a:solidFill>
                <a:latin typeface="Calibri"/>
              </a:defRPr>
            </a:pPr>
            <a:r>
              <a:t>VISUALIZE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2919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Get diagrams, security reports, and full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The Zero-Hallucination Promise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Every piece of architecture data has a traceable source citation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If the document doesn't say it, it doesn't exist in the model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No guessing. No assuming. No "typical patterns."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Confidence scores on every entity — anything below 95% is flagged for human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Architecture Diagrams — 5 formats (Mermaid, PlantUML, Draw.io, D2, Structurizr)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Security Analysis — STRIDE threat modeling with CWE mapping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Compliance Mapping — PCI-DSS, SOC2, GDPR, HIPAA frameworks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Design Documents — High-Level Design Docs for Confluence or Markdown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Pattern Library — Reusable templates for future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Build Once, Reuse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Network Patterns: Define your topology once (DMZ, App Tier, Data Tier)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Product Patterns: Model a product once (IBM MQ, API Gateway, etc.)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Pop and Swap: Compose any combination into a new deployment in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41832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9377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1">
                <a:solidFill>
                  <a:srgbClr val="FFFFFF"/>
                </a:solidFill>
                <a:latin typeface="Calibri"/>
              </a:defRPr>
            </a:pPr>
            <a:r>
              <a:t>Think of it like LEGO blocks for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Security Is Not an Afterthought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Automatic threat modeling using STRIDE methodology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Findings mapped to real-world attack patterns (MITRE ATT&amp;CK)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Compliance frameworks checked automatically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Trust boundary analysis across network zones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10 security findings detected automatically in our demo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15 Specialized Agents, One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029200" cy="20116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COLLECT &amp;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doc-collector, doc-extractor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029200" cy="2011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MODEL &amp;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architect, validator,</a:t>
            </a:r>
            <a:br/>
            <a:r>
              <a:t>pattern-manager, deployer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VISUALIZE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diagram-generator + 5 format agents</a:t>
            </a:r>
            <a:br/>
            <a:r>
              <a:t>(mermaid, plantuml, drawio, d2, structurizr)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0292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ANALYZE &amp;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8463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security-reviewer, doc-writer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Real World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3460"/>
                </a:solidFill>
                <a:latin typeface="Calibri"/>
              </a:defRPr>
            </a:pPr>
            <a:r>
              <a:t>Architecture Reviews: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Weeks →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3460"/>
                </a:solidFill>
                <a:latin typeface="Calibri"/>
              </a:defRPr>
            </a:pPr>
            <a:r>
              <a:t>Security Analysis: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Manual Checklists → Automated STRIDE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3460"/>
                </a:solidFill>
                <a:latin typeface="Calibri"/>
              </a:defRPr>
            </a:pPr>
            <a:r>
              <a:t>Documentation: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Outdated Word Docs → Living, Validated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3460"/>
                </a:solidFill>
                <a:latin typeface="Calibri"/>
              </a:defRPr>
            </a:pPr>
            <a:r>
              <a:t>Knowledge Transfer: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Tribal Knowledge → Structured, Searchable 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3460"/>
                </a:solidFill>
                <a:latin typeface="Calibri"/>
              </a:defRPr>
            </a:pPr>
            <a:r>
              <a:t>Compliance: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Periodic Audits → Continuous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Latest Enhancement: Clean Separation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Separated "what the architecture looks like" from "how secure it is"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Diagram pipeline gets clean, focused data — just structure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Security pipeline gets rich threat modeling data — CIA, encryption, compliance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7 output files per deployment instead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41832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93776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Result: Faster diagrams, deeper security analysis, cleaner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E94560"/>
                </a:solidFill>
                <a:latin typeface="Calibri"/>
              </a:defRPr>
            </a:pPr>
            <a:r>
              <a:t>Technical Deep Dive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C4 Model + Security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114800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411480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Container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23360"/>
            <a:ext cx="411480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41148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2578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45720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Network Zones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383279"/>
            <a:ext cx="4572000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Trust Boundaries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63440"/>
            <a:ext cx="4572000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8463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Security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3460"/>
                </a:solidFill>
                <a:latin typeface="Calibri"/>
              </a:defRPr>
            </a:pPr>
            <a:r>
              <a:t>Architecture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94560"/>
                </a:solidFill>
                <a:latin typeface="Calibri"/>
              </a:defRPr>
            </a:pPr>
            <a:r>
              <a:t>Security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Structured Data, Not Documents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3460"/>
                </a:solidFill>
                <a:latin typeface="Calibri"/>
              </a:defRPr>
            </a:pPr>
            <a:r>
              <a:t>Base Files (Diagrams)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onsolas"/>
              </a:defRPr>
            </a:pPr>
            <a:r>
              <a:t>system.yaml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onsolas"/>
              </a:defRPr>
            </a:pPr>
            <a:r>
              <a:t>networks.yaml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onsolas"/>
              </a:defRPr>
            </a:pPr>
            <a:r>
              <a:t>deployment.yaml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94560"/>
                </a:solidFill>
                <a:latin typeface="Calibri"/>
              </a:defRPr>
            </a:pPr>
            <a:r>
              <a:t>Security Overlays (Threats)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onsolas"/>
              </a:defRPr>
            </a:pPr>
            <a:r>
              <a:t>system-security.yaml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onsolas"/>
              </a:defRPr>
            </a:pPr>
            <a:r>
              <a:t>networks-security.yaml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onsolas"/>
              </a:defRPr>
            </a:pPr>
            <a:r>
              <a:t>deployment-security.yaml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45920"/>
            <a:ext cx="36576" cy="2286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888888"/>
                </a:solidFill>
                <a:latin typeface="Calibri"/>
              </a:defRPr>
            </a:pPr>
            <a:r>
              <a:t>+ provenance.yaml (source citations)  |  All validated against JSON schemas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Security YAML Split — Pipeline Separation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DIAGRAM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system.yaml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networks.yaml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deployment.yaml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Clean, focused, structural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THREAT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All 7 files merged by entity ID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merge_security_overlays()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Zero changes to rule engine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Additive merge before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888888"/>
                </a:solidFill>
                <a:latin typeface="Calibri"/>
              </a:defRPr>
            </a:pPr>
            <a:r>
              <a:t>60-68% of fields in each file were security-only  |  366 tests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Pop and Swap 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32004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manifest.yaml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1 network + N 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468880"/>
            <a:ext cx="2286000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F3460"/>
                </a:solidFill>
                <a:latin typeface="Calibri"/>
              </a:defRPr>
            </a:pPr>
            <a:r>
              <a:t>compose.py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011680"/>
            <a:ext cx="4114800" cy="137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103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7 Output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517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+ diagrams/ directory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ID prefixes prevent conflicts between patterns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Cross-product relationships supported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Security fields auto-separated into overlay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Automated Threat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Deterministic rule engine — same input, same findings, every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STRIDE per element with CWE mapping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Severity scoring with accepted risk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DDDDD"/>
                </a:solidFill>
                <a:latin typeface="Calibri"/>
              </a:defRPr>
            </a:pPr>
            <a:r>
              <a:t>Example 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HIGH   | missing-logging-zone         | prod-dmz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622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MED    | no-input-validation          | console-to-qm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0974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LOW    | no-supply-chain-attestation   | mq-console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5721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LOW    | missing-monitoring-zone       | prod-private-app-tier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0468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INFO   | missing-data-classification   | console-to-qm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Create a deployment manifest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Run compose.py to generate all 7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0896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Run validate.py with security overlays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4048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Run threat-rules.py to detect findings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57200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Inspect the composed output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76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949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Walk through a security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Demo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python tools/compose.py deployments/mq-prod-us-east/manifest.yaml --validate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python tools/validate.py system.yaml networks.yaml \</a:t>
            </a:r>
            <a:br/>
            <a:r>
              <a:t>  --security system-security.yaml --networks-security networks-security.yaml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10698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python tools/threat-rules.py system.yaml --networks networks.yaml \</a:t>
            </a:r>
            <a:br/>
            <a:r>
              <a:t>  --security system-security.yaml --format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212079"/>
            <a:ext cx="10698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python -m pytest tests/ -v   # 366 passed, 0 skipped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E94560"/>
                </a:solidFill>
                <a:latin typeface="Calibri"/>
              </a:defRPr>
            </a:pPr>
            <a:r>
              <a:t>github.com/Michael-JRead/Doc2ArchAgent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DDDDDD"/>
                </a:solidFill>
                <a:latin typeface="Calibri"/>
              </a:defRPr>
            </a:pPr>
            <a:r>
              <a:t>[Your Name]  |  [your.email@company.com]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333333"/>
                </a:solidFill>
                <a:latin typeface="Calibri"/>
              </a:defRPr>
            </a:pPr>
            <a:r>
              <a:t>Appendix: Test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0F3460"/>
                </a:solidFill>
                <a:latin typeface="Calibri"/>
              </a:defRPr>
            </a:pPr>
            <a:r>
              <a:t>366 tests  |  0 skipped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Schema validity — all 12 JSON schemas verified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Example conformance — all example YAML files validated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Security split — 15+ tests for overlay merge, cross-reference, coverage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Compose pipeline — 7-file output, prefixing, context merging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Threat rules engine — finding detection, severity, SARIF output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Every schema, every tool, every agent doc — regression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DDDDDD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